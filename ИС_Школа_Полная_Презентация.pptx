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8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8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7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89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5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5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5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9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28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1349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04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75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20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31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7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458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Разработка информационной системы «Школа»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675629"/>
            <a:ext cx="6711654" cy="4195481"/>
          </a:xfrm>
        </p:spPr>
        <p:txBody>
          <a:bodyPr/>
          <a:lstStyle/>
          <a:p>
            <a:r>
              <a:rPr dirty="0" err="1"/>
              <a:t>Проектная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дисциплине</a:t>
            </a:r>
            <a:endParaRPr dirty="0"/>
          </a:p>
          <a:p>
            <a:r>
              <a:rPr dirty="0"/>
              <a:t>«</a:t>
            </a:r>
            <a:r>
              <a:rPr dirty="0" err="1"/>
              <a:t>Технологии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и </a:t>
            </a:r>
            <a:r>
              <a:rPr dirty="0" err="1"/>
              <a:t>защиты</a:t>
            </a:r>
            <a:r>
              <a:rPr dirty="0"/>
              <a:t> </a:t>
            </a:r>
            <a:r>
              <a:rPr dirty="0" err="1"/>
              <a:t>баз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»</a:t>
            </a:r>
          </a:p>
          <a:p>
            <a:endParaRPr dirty="0"/>
          </a:p>
          <a:p>
            <a:r>
              <a:rPr dirty="0" err="1"/>
              <a:t>Выполнил</a:t>
            </a:r>
            <a:r>
              <a:rPr dirty="0"/>
              <a:t>: </a:t>
            </a:r>
            <a:r>
              <a:rPr dirty="0" err="1" smtClean="0"/>
              <a:t>студент</a:t>
            </a:r>
            <a:r>
              <a:rPr lang="ru-RU" dirty="0" smtClean="0"/>
              <a:t> Валиев </a:t>
            </a:r>
            <a:r>
              <a:rPr lang="ru-RU" dirty="0" err="1" smtClean="0"/>
              <a:t>Айнур</a:t>
            </a:r>
            <a:endParaRPr dirty="0"/>
          </a:p>
          <a:p>
            <a:r>
              <a:rPr dirty="0" err="1"/>
              <a:t>Руководитель</a:t>
            </a:r>
            <a:r>
              <a:rPr dirty="0" smtClean="0"/>
              <a:t>:</a:t>
            </a:r>
            <a:r>
              <a:rPr lang="ru-RU" dirty="0" smtClean="0"/>
              <a:t> </a:t>
            </a:r>
            <a:r>
              <a:rPr lang="ru-RU" dirty="0" err="1" smtClean="0"/>
              <a:t>Овчинникова</a:t>
            </a:r>
            <a:r>
              <a:rPr lang="ru-RU" dirty="0" smtClean="0"/>
              <a:t> С.И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школы</a:t>
            </a:r>
            <a:r>
              <a:rPr dirty="0"/>
              <a:t> </a:t>
            </a:r>
            <a:r>
              <a:rPr dirty="0" err="1"/>
              <a:t>обрабатывают</a:t>
            </a:r>
            <a:r>
              <a:rPr dirty="0"/>
              <a:t> </a:t>
            </a:r>
            <a:r>
              <a:rPr dirty="0" err="1"/>
              <a:t>большой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r>
              <a:rPr dirty="0" err="1"/>
              <a:t>Автоматизация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ошибок</a:t>
            </a:r>
            <a:endParaRPr dirty="0"/>
          </a:p>
          <a:p>
            <a:r>
              <a:rPr dirty="0"/>
              <a:t>и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эффективность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информационную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«</a:t>
            </a:r>
            <a:r>
              <a:rPr dirty="0" err="1"/>
              <a:t>Школа</a:t>
            </a:r>
            <a:r>
              <a:rPr dirty="0" smtClean="0"/>
              <a:t>»,</a:t>
            </a:r>
            <a:r>
              <a:rPr lang="ru-RU" dirty="0" smtClean="0"/>
              <a:t> </a:t>
            </a:r>
            <a:r>
              <a:rPr dirty="0" err="1" smtClean="0"/>
              <a:t>предназначенную</a:t>
            </a:r>
            <a:r>
              <a:rPr dirty="0" smtClean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автоматизации</a:t>
            </a:r>
            <a:r>
              <a:rPr dirty="0"/>
              <a:t> </a:t>
            </a:r>
            <a:r>
              <a:rPr dirty="0" err="1" smtClean="0"/>
              <a:t>учета</a:t>
            </a:r>
            <a:r>
              <a:rPr lang="ru-RU" dirty="0" smtClean="0"/>
              <a:t> </a:t>
            </a:r>
            <a:r>
              <a:rPr dirty="0" err="1" smtClean="0"/>
              <a:t>учеников</a:t>
            </a:r>
            <a:r>
              <a:rPr dirty="0"/>
              <a:t>, </a:t>
            </a:r>
            <a:r>
              <a:rPr dirty="0" err="1"/>
              <a:t>учителей</a:t>
            </a:r>
            <a:r>
              <a:rPr dirty="0"/>
              <a:t>, </a:t>
            </a:r>
            <a:r>
              <a:rPr dirty="0" err="1"/>
              <a:t>классов</a:t>
            </a:r>
            <a:r>
              <a:rPr dirty="0"/>
              <a:t>, </a:t>
            </a:r>
            <a:r>
              <a:rPr dirty="0" err="1"/>
              <a:t>расписания</a:t>
            </a:r>
            <a:r>
              <a:rPr dirty="0"/>
              <a:t> и </a:t>
            </a:r>
            <a:r>
              <a:rPr dirty="0" err="1"/>
              <a:t>оценок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проекта – 1 этап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Анализ предметной области;</a:t>
            </a:r>
          </a:p>
          <a:p>
            <a:r>
              <a:t>Выделение сущностей и связей;</a:t>
            </a:r>
          </a:p>
          <a:p>
            <a:r>
              <a:t>Построение ER-диаграммы.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проекта – 2 этап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Проектирование логической модели данных;</a:t>
            </a:r>
          </a:p>
          <a:p>
            <a:r>
              <a:t>Нормализация таблиц;</a:t>
            </a:r>
          </a:p>
          <a:p>
            <a:r>
              <a:t>Определение ограничений целостности.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проекта – 3 этап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Проектирование физической модели;</a:t>
            </a:r>
          </a:p>
          <a:p>
            <a:r>
              <a:t>Реализация БД в SQLite;</a:t>
            </a:r>
          </a:p>
          <a:p>
            <a:r>
              <a:t>Разработка WPF-приложения.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Предметная область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Деятельность общеобразовательной школы:</a:t>
            </a:r>
          </a:p>
          <a:p>
            <a:r>
              <a:t>учет учащихся, преподавателей,</a:t>
            </a:r>
          </a:p>
          <a:p>
            <a:r>
              <a:t>классов, предметов, расписания и оценок.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Список сущностей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Ученики</a:t>
            </a:r>
            <a:r>
              <a:rPr dirty="0"/>
              <a:t>;</a:t>
            </a:r>
          </a:p>
          <a:p>
            <a:r>
              <a:rPr dirty="0" err="1"/>
              <a:t>Учителя</a:t>
            </a:r>
            <a:r>
              <a:rPr dirty="0"/>
              <a:t>;</a:t>
            </a:r>
          </a:p>
          <a:p>
            <a:r>
              <a:rPr dirty="0" err="1"/>
              <a:t>Классы</a:t>
            </a:r>
            <a:r>
              <a:rPr dirty="0"/>
              <a:t>;</a:t>
            </a:r>
          </a:p>
          <a:p>
            <a:r>
              <a:rPr dirty="0" err="1"/>
              <a:t>Предметы</a:t>
            </a:r>
            <a:r>
              <a:rPr dirty="0"/>
              <a:t>;</a:t>
            </a:r>
          </a:p>
          <a:p>
            <a:r>
              <a:rPr lang="ru-RU" dirty="0" smtClean="0"/>
              <a:t>Журнал</a:t>
            </a:r>
            <a:r>
              <a:rPr dirty="0" smtClean="0"/>
              <a:t>;</a:t>
            </a:r>
            <a:endParaRPr dirty="0"/>
          </a:p>
          <a:p>
            <a:r>
              <a:rPr dirty="0" err="1"/>
              <a:t>Расписание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ER-диаграмма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Отражает</a:t>
            </a:r>
            <a:r>
              <a:rPr dirty="0"/>
              <a:t> </a:t>
            </a:r>
            <a:r>
              <a:rPr dirty="0" err="1"/>
              <a:t>сущности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  <a:p>
            <a:r>
              <a:rPr dirty="0"/>
              <a:t>и </a:t>
            </a:r>
            <a:r>
              <a:rPr dirty="0" err="1"/>
              <a:t>связи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ними</a:t>
            </a:r>
            <a:r>
              <a:rPr dirty="0"/>
              <a:t> </a:t>
            </a:r>
            <a:r>
              <a:rPr dirty="0" err="1"/>
              <a:t>типа</a:t>
            </a:r>
            <a:r>
              <a:rPr dirty="0"/>
              <a:t> «</a:t>
            </a:r>
            <a:r>
              <a:rPr dirty="0" err="1"/>
              <a:t>один-ко-многим</a:t>
            </a:r>
            <a:r>
              <a:rPr dirty="0"/>
              <a:t>».</a:t>
            </a:r>
          </a:p>
        </p:txBody>
      </p:sp>
      <p:sp>
        <p:nvSpPr>
          <p:cNvPr id="4" name="AutoShape 2" descr="https://chatgpt.com/backend-api/estuary/content?id=file_000000005568720ab7d7e183c0e20551&amp;ts=491877&amp;p=fs&amp;cid=1&amp;sig=8aaac30ab9fb6b4fe1040ab54a112f9e4e884190fc9dfa54a9a6a07fcbdb2016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926" y="3074376"/>
            <a:ext cx="4668715" cy="31124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</a:t>
            </a:r>
            <a:r>
              <a:rPr dirty="0" err="1"/>
              <a:t>внешними</a:t>
            </a:r>
            <a:r>
              <a:rPr dirty="0"/>
              <a:t> </a:t>
            </a:r>
            <a:r>
              <a:rPr dirty="0" err="1"/>
              <a:t>ключами</a:t>
            </a:r>
            <a:r>
              <a:rPr dirty="0"/>
              <a:t>,</a:t>
            </a:r>
          </a:p>
          <a:p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целостность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115" y="2913191"/>
            <a:ext cx="5002823" cy="3335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Выбор СУБД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Для проекта выбрана система управления базами данных SQLite.</a:t>
            </a: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076" y="2971801"/>
            <a:ext cx="5231749" cy="294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 SQLite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Простота;</a:t>
            </a:r>
          </a:p>
          <a:p>
            <a:r>
              <a:t>Портативность;</a:t>
            </a:r>
          </a:p>
          <a:p>
            <a:r>
              <a:t>Отсутствие серверной части;</a:t>
            </a:r>
          </a:p>
          <a:p>
            <a:r>
              <a:t>Подходит для учебных проектов.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Недостатки SQLite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Ограниченные возможности безопасности;</a:t>
            </a:r>
          </a:p>
          <a:p>
            <a:r>
              <a:t>Отсутствие клиент-серверной архитектуры.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 целостности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Первичные ключи;</a:t>
            </a:r>
          </a:p>
          <a:p>
            <a:r>
              <a:t>Внешние ключи;</a:t>
            </a:r>
          </a:p>
          <a:p>
            <a:r>
              <a:t>Ограничения на диапазоны значений;</a:t>
            </a:r>
          </a:p>
          <a:p>
            <a:r>
              <a:t>Каскадное удаление.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Защита базы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Валидация данных на уровне приложения;</a:t>
            </a:r>
          </a:p>
          <a:p>
            <a:r>
              <a:t>Ограничения целостности;</a:t>
            </a:r>
          </a:p>
          <a:p>
            <a:r>
              <a:t>Резервное копирование.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Функциональные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Учет учеников и учителей;</a:t>
            </a:r>
          </a:p>
          <a:p>
            <a:r>
              <a:t>Управление классами и предметами;</a:t>
            </a:r>
          </a:p>
          <a:p>
            <a:r>
              <a:t>Работа с расписанием;</a:t>
            </a:r>
          </a:p>
          <a:p>
            <a:r>
              <a:t>Ведение журнала оценок.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Алгоритм работы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Запуск приложения;</a:t>
            </a:r>
          </a:p>
          <a:p>
            <a:r>
              <a:t>Подключение к базе данных;</a:t>
            </a:r>
          </a:p>
          <a:p>
            <a:r>
              <a:t>Отображение данных;</a:t>
            </a:r>
          </a:p>
          <a:p>
            <a:r>
              <a:t>Добавление, редактирование и удаление.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Инструменты разработки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C#;</a:t>
            </a:r>
          </a:p>
          <a:p>
            <a:r>
              <a:t>WPF (.NET);</a:t>
            </a:r>
          </a:p>
          <a:p>
            <a:r>
              <a:t>SQLite;</a:t>
            </a:r>
          </a:p>
          <a:p>
            <a:r>
              <a:t>Visual Studio.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Разработана работоспособная ИС «Школа».</a:t>
            </a:r>
          </a:p>
          <a:p>
            <a:r>
              <a:t>Все цели и задачи проекта выполнены.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Перспективы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Добавление</a:t>
            </a:r>
            <a:r>
              <a:rPr dirty="0"/>
              <a:t> </a:t>
            </a:r>
            <a:r>
              <a:rPr dirty="0" err="1"/>
              <a:t>авторизации</a:t>
            </a:r>
            <a:r>
              <a:rPr dirty="0"/>
              <a:t>;</a:t>
            </a:r>
          </a:p>
          <a:p>
            <a:r>
              <a:rPr dirty="0" err="1"/>
              <a:t>Формирование</a:t>
            </a:r>
            <a:r>
              <a:rPr dirty="0"/>
              <a:t> </a:t>
            </a:r>
            <a:r>
              <a:rPr dirty="0" err="1"/>
              <a:t>отчетов</a:t>
            </a:r>
            <a:r>
              <a:rPr dirty="0"/>
              <a:t>;</a:t>
            </a:r>
          </a:p>
          <a:p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функционала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320</Words>
  <Application>Microsoft Office PowerPoint</Application>
  <PresentationFormat>Экран (4:3)</PresentationFormat>
  <Paragraphs>82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Ион</vt:lpstr>
      <vt:lpstr>Разработка информационной системы «Школа»</vt:lpstr>
      <vt:lpstr>Актуальность проекта</vt:lpstr>
      <vt:lpstr>Цель проекта</vt:lpstr>
      <vt:lpstr>Задачи проекта – 1 этап</vt:lpstr>
      <vt:lpstr>Задачи проекта – 2 этап</vt:lpstr>
      <vt:lpstr>Задачи проекта – 3 этап</vt:lpstr>
      <vt:lpstr>Предметная область</vt:lpstr>
      <vt:lpstr>Список сущностей</vt:lpstr>
      <vt:lpstr>ER-диаграмма</vt:lpstr>
      <vt:lpstr>Схема данных</vt:lpstr>
      <vt:lpstr>Выбор СУБД</vt:lpstr>
      <vt:lpstr>Преимущества SQLite</vt:lpstr>
      <vt:lpstr>Недостатки SQLite</vt:lpstr>
      <vt:lpstr>Ограничения целостности</vt:lpstr>
      <vt:lpstr>Защита базы данных</vt:lpstr>
      <vt:lpstr>Функциональные возможности</vt:lpstr>
      <vt:lpstr>Алгоритм работы приложения</vt:lpstr>
      <vt:lpstr>Инструменты разработки</vt:lpstr>
      <vt:lpstr>Заключение</vt:lpstr>
      <vt:lpstr>Перспективы развития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«Школа»</dc:title>
  <dc:subject/>
  <dc:creator/>
  <cp:keywords/>
  <dc:description>generated using python-pptx</dc:description>
  <cp:lastModifiedBy>Айнур Валиев</cp:lastModifiedBy>
  <cp:revision>5</cp:revision>
  <dcterms:created xsi:type="dcterms:W3CDTF">2013-01-27T09:14:16Z</dcterms:created>
  <dcterms:modified xsi:type="dcterms:W3CDTF">2026-02-10T21:13:43Z</dcterms:modified>
  <cp:category/>
</cp:coreProperties>
</file>